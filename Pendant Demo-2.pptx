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Pendant: type a mood and a tempo, get back a real, editable song. Not audio from a black box, but MIDI you can open in any DAW. Fill in the team names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bet: split song writing the way a real band does. Each agent has a small, checkable job, so mistakes can be traced to one musician and one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top to bottom: that is also the order they work in. The critic never edits notes itself; it only names an agent and a bar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loops make this reliable. The inner loop is pure code: range, key, timing, overlaps, drum grid. The outer loop is musical judgment. Neither can run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blueprint from the sad lo-fi run with OpenAI. Every chord must use only notes of the key, and the validator rejects the blueprint otherwise. Energy tells each musician how busy to be: the intro is 0.15, so drums and bass sit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 is enforced in code, not just asked for in a prompt. A higher setting fails at startup. A run can't loop forever or run up a surprise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from the sad lo-fi run. The critic gets the notes as data plus measurements from code, and scores groove, harmonic fit, variation and balance. The melody agent rewrote only bars 5 to 12. If the rewrite had scored worse, Pendant would have kept the earlier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1) Run the command shown (offline, about a second). 2) Open outputs/sad-lo-fi-80-bpm/song.mid in GarageBand or any MIDI player and play 20 seconds. 3) Open report.json to show calls per agent. With a key, add --provider openai --mode autonomous. The log on this slide is a real offline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Drawn from the real song.json. Watch the shape: a sparse intro with no drums or bass, the full band in the verse, and an outro where the melody drops out. That shape comes from the blueprint's energy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are in the repo's outputs folder. The ambient run left drums out entirely; the critic flagged weak groove but accepted the song. Three runs had the critic off, which is why they used exactly 5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flag turns all three on. The schemas, validator and MIDI writer are the same as version 1; only the conversation between agents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ships as a Flower 1.39 AgentApp. Clone into a folder without an underscore, since flwr build rejects pendant_music. Set FLWR_CHAT_SUPERLINK=local or chat tries Flower's hosted server. The OpenAI path through Flower passed against a mock server, not yet a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offline provider was a deliberate choice: anyone can clone and run it in seconds, and it is also a baseline to compare model output against. 107 tests, about 6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action. Take questions. Good ones to expect: why OpenAI and not audio models (MIDI stays editable), and cost (capped at 60 calls, default gpt-5-mini).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HACKATHON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spc="-200" kern="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Pendant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12800" y="2702520"/>
            <a:ext cx="850265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band of AI agents writes a song together, then hands you a MIDI file.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96359"/>
            <a:ext cx="7623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Sisyphus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9197" y="5796359"/>
            <a:ext cx="41870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github.com/Pranjal101Shrivastava/pendant_music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Songs are written by bands, not by one voice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130800" cy="1899841"/>
          </a:xfrm>
          <a:prstGeom prst="roundRect">
            <a:avLst>
              <a:gd name="adj" fmla="val 8022"/>
            </a:avLst>
          </a:prstGeom>
          <a:solidFill>
            <a:srgbClr val="EAE5D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40161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prompt, one shot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2677021"/>
            <a:ext cx="46568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model writes every note at once. If bar 7 clashes, there is nobody to ask and nothing to fix.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1935361"/>
            <a:ext cx="5130800" cy="1899841"/>
          </a:xfrm>
          <a:prstGeom prst="roundRect">
            <a:avLst>
              <a:gd name="adj" fmla="val 8022"/>
            </a:avLst>
          </a:prstGeom>
          <a:solidFill>
            <a:srgbClr val="15131F"/>
          </a:solidFill>
          <a:ln/>
        </p:spPr>
      </p:sp>
      <p:sp>
        <p:nvSpPr>
          <p:cNvPr id="8" name="Text 6"/>
          <p:cNvSpPr/>
          <p:nvPr/>
        </p:nvSpPr>
        <p:spPr>
          <a:xfrm>
            <a:off x="6553200" y="2240161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A5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band that listens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53200" y="2677021"/>
            <a:ext cx="465683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composer plans. Four musicians each write one part, hearing the others. A producer sends specific bars back.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 THE BAND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agents, one job each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561"/>
            <a:ext cx="3420467" cy="1750020"/>
          </a:xfrm>
          <a:prstGeom prst="roundRect">
            <a:avLst>
              <a:gd name="adj" fmla="val 7257"/>
            </a:avLst>
          </a:prstGeom>
          <a:solidFill>
            <a:srgbClr val="EAE5DA"/>
          </a:solidFill>
          <a:ln/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13856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519561"/>
            <a:ext cx="29998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66800" y="2900561"/>
            <a:ext cx="29998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Picks key, tempo, sections and one chord per bar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5667" y="1884561"/>
            <a:ext cx="3420566" cy="1750020"/>
          </a:xfrm>
          <a:prstGeom prst="roundRect">
            <a:avLst>
              <a:gd name="adj" fmla="val 7257"/>
            </a:avLst>
          </a:prstGeom>
          <a:solidFill>
            <a:srgbClr val="EAE5DA"/>
          </a:solidFill>
          <a:ln/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9667" y="213856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9667" y="2519561"/>
            <a:ext cx="29999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Drums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639667" y="2900561"/>
            <a:ext cx="299994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the groove first, from a genre template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58634" y="1884561"/>
            <a:ext cx="3420467" cy="1750020"/>
          </a:xfrm>
          <a:prstGeom prst="roundRect">
            <a:avLst>
              <a:gd name="adj" fmla="val 7257"/>
            </a:avLst>
          </a:prstGeom>
          <a:solidFill>
            <a:srgbClr val="EAE5DA"/>
          </a:solidFill>
          <a:ln/>
        </p:spPr>
      </p:sp>
      <p:pic>
        <p:nvPicPr>
          <p:cNvPr id="13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2634" y="213856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2634" y="2519561"/>
            <a:ext cx="29998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12634" y="2900561"/>
            <a:ext cx="299984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Locks to the kick, one note at a time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800" y="3786981"/>
            <a:ext cx="3420467" cy="1750020"/>
          </a:xfrm>
          <a:prstGeom prst="roundRect">
            <a:avLst>
              <a:gd name="adj" fmla="val 7257"/>
            </a:avLst>
          </a:prstGeom>
          <a:solidFill>
            <a:srgbClr val="EAE5DA"/>
          </a:solidFill>
          <a:ln/>
        </p:spPr>
      </p:sp>
      <p:pic>
        <p:nvPicPr>
          <p:cNvPr id="17" name="Image 3" descr="Sta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800" y="4040981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6800" y="4421981"/>
            <a:ext cx="29998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Chords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066800" y="4802981"/>
            <a:ext cx="29998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Fills the harmony, at most six notes at once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85667" y="3786981"/>
            <a:ext cx="3420566" cy="1750020"/>
          </a:xfrm>
          <a:prstGeom prst="roundRect">
            <a:avLst>
              <a:gd name="adj" fmla="val 7257"/>
            </a:avLst>
          </a:prstGeom>
          <a:solidFill>
            <a:srgbClr val="EAE5DA"/>
          </a:solidFill>
          <a:ln/>
        </p:spPr>
      </p:sp>
      <p:pic>
        <p:nvPicPr>
          <p:cNvPr id="21" name="Image 4" descr="Pla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9667" y="4040981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9667" y="4421981"/>
            <a:ext cx="29999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Melody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4639667" y="4802981"/>
            <a:ext cx="299994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Plays on top, hearing everything before it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958634" y="3786981"/>
            <a:ext cx="3420467" cy="1750020"/>
          </a:xfrm>
          <a:prstGeom prst="roundRect">
            <a:avLst>
              <a:gd name="adj" fmla="val 7257"/>
            </a:avLst>
          </a:prstGeom>
          <a:solidFill>
            <a:srgbClr val="15131F"/>
          </a:solidFill>
          <a:ln/>
        </p:spPr>
      </p:sp>
      <p:pic>
        <p:nvPicPr>
          <p:cNvPr id="25" name="Image 5" descr="Search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12634" y="4040981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12634" y="4421981"/>
            <a:ext cx="29998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8212634" y="4802981"/>
            <a:ext cx="29998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 the song and flags bars to rewrite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Prompt in, MIDI out, with two feedback loops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1767880" cy="1457722"/>
          </a:xfrm>
          <a:prstGeom prst="roundRect">
            <a:avLst>
              <a:gd name="adj" fmla="val 8712"/>
            </a:avLst>
          </a:prstGeom>
          <a:solidFill>
            <a:srgbClr val="221F3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38561"/>
            <a:ext cx="141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02681"/>
            <a:ext cx="14122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72772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the blueprint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6880" y="2588022"/>
            <a:ext cx="2794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2480" y="1935361"/>
            <a:ext cx="1767880" cy="1457722"/>
          </a:xfrm>
          <a:prstGeom prst="roundRect">
            <a:avLst>
              <a:gd name="adj" fmla="val 8712"/>
            </a:avLst>
          </a:prstGeom>
          <a:solidFill>
            <a:srgbClr val="221F30"/>
          </a:solidFill>
          <a:ln/>
        </p:spPr>
      </p:sp>
      <p:sp>
        <p:nvSpPr>
          <p:cNvPr id="10" name="Text 7"/>
          <p:cNvSpPr/>
          <p:nvPr/>
        </p:nvSpPr>
        <p:spPr>
          <a:xfrm>
            <a:off x="3215680" y="2138561"/>
            <a:ext cx="141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15680" y="2402681"/>
            <a:ext cx="14122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15680" y="272772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drums, bass,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15680" y="298420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chords, melody</a:t>
            </a:r>
            <a:endParaRPr lang="en-US" sz="12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6559" y="2588022"/>
            <a:ext cx="279400" cy="152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159" y="1935361"/>
            <a:ext cx="1767880" cy="1457722"/>
          </a:xfrm>
          <a:prstGeom prst="roundRect">
            <a:avLst>
              <a:gd name="adj" fmla="val 8712"/>
            </a:avLst>
          </a:prstGeom>
          <a:solidFill>
            <a:srgbClr val="221F30"/>
          </a:solidFill>
          <a:ln/>
        </p:spPr>
      </p:sp>
      <p:sp>
        <p:nvSpPr>
          <p:cNvPr id="16" name="Text 12"/>
          <p:cNvSpPr/>
          <p:nvPr/>
        </p:nvSpPr>
        <p:spPr>
          <a:xfrm>
            <a:off x="5415359" y="2138561"/>
            <a:ext cx="141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15359" y="2402681"/>
            <a:ext cx="14122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15359" y="272772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 code,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15359" y="298420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AI</a:t>
            </a:r>
            <a:endParaRPr lang="en-US" sz="1200" dirty="0"/>
          </a:p>
        </p:txBody>
      </p:sp>
      <p:pic>
        <p:nvPicPr>
          <p:cNvPr id="2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6239" y="2588022"/>
            <a:ext cx="279400" cy="152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11839" y="1935361"/>
            <a:ext cx="1767880" cy="1457722"/>
          </a:xfrm>
          <a:prstGeom prst="roundRect">
            <a:avLst>
              <a:gd name="adj" fmla="val 8712"/>
            </a:avLst>
          </a:prstGeom>
          <a:solidFill>
            <a:srgbClr val="221F30"/>
          </a:solidFill>
          <a:ln/>
        </p:spPr>
      </p:sp>
      <p:sp>
        <p:nvSpPr>
          <p:cNvPr id="22" name="Text 17"/>
          <p:cNvSpPr/>
          <p:nvPr/>
        </p:nvSpPr>
        <p:spPr>
          <a:xfrm>
            <a:off x="7615039" y="2138561"/>
            <a:ext cx="141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615039" y="2402681"/>
            <a:ext cx="14122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615039" y="272772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4-part rubric</a:t>
            </a:r>
            <a:endParaRPr lang="en-US" sz="1200" dirty="0"/>
          </a:p>
        </p:txBody>
      </p:sp>
      <p:pic>
        <p:nvPicPr>
          <p:cNvPr id="2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5919" y="2588022"/>
            <a:ext cx="279400" cy="1524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611519" y="1935361"/>
            <a:ext cx="1767880" cy="1457722"/>
          </a:xfrm>
          <a:prstGeom prst="roundRect">
            <a:avLst>
              <a:gd name="adj" fmla="val 8712"/>
            </a:avLst>
          </a:prstGeom>
          <a:solidFill>
            <a:srgbClr val="F2A541"/>
          </a:solidFill>
          <a:ln/>
        </p:spPr>
      </p:sp>
      <p:sp>
        <p:nvSpPr>
          <p:cNvPr id="27" name="Text 21"/>
          <p:cNvSpPr/>
          <p:nvPr/>
        </p:nvSpPr>
        <p:spPr>
          <a:xfrm>
            <a:off x="9814719" y="2138561"/>
            <a:ext cx="141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814719" y="2402681"/>
            <a:ext cx="14122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song.mid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814719" y="272772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song.json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814719" y="2984202"/>
            <a:ext cx="141228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report.json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19150" y="3704233"/>
            <a:ext cx="5194300" cy="1159371"/>
          </a:xfrm>
          <a:prstGeom prst="roundRect">
            <a:avLst>
              <a:gd name="adj" fmla="val 10407"/>
            </a:avLst>
          </a:prstGeom>
          <a:noFill/>
          <a:ln w="12700">
            <a:solidFill>
              <a:srgbClr val="4A4560"/>
            </a:solidFill>
            <a:prstDash val="dash"/>
          </a:ln>
        </p:spPr>
      </p:sp>
      <p:pic>
        <p:nvPicPr>
          <p:cNvPr id="32" name="Image 4" descr="Wrench">    </p:cNvPr>
          <p:cNvPicPr>
            <a:picLocks noChangeAspect="1"/>
          </p:cNvPicPr>
          <p:nvPr/>
        </p:nvPicPr>
        <p:blipFill>
          <a:blip r:embed="rId5"/>
          <a:srcRect l="0" r="0" t="-768" b="-768"/>
          <a:stretch/>
        </p:blipFill>
        <p:spPr>
          <a:xfrm>
            <a:off x="1028700" y="3913783"/>
            <a:ext cx="193873" cy="304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74973" y="3913783"/>
            <a:ext cx="456179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FC3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Validator loop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374973" y="4208363"/>
            <a:ext cx="456179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Errors name the bar and beat and go back to the same musician. 2 retries, then code repairs it.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178550" y="3704233"/>
            <a:ext cx="5194300" cy="1159371"/>
          </a:xfrm>
          <a:prstGeom prst="roundRect">
            <a:avLst>
              <a:gd name="adj" fmla="val 10407"/>
            </a:avLst>
          </a:prstGeom>
          <a:noFill/>
          <a:ln w="12700">
            <a:solidFill>
              <a:srgbClr val="4A4560"/>
            </a:solidFill>
            <a:prstDash val="dash"/>
          </a:ln>
        </p:spPr>
      </p:sp>
      <p:pic>
        <p:nvPicPr>
          <p:cNvPr id="36" name="Image 5" descr="Search">    </p:cNvPr>
          <p:cNvPicPr>
            <a:picLocks noChangeAspect="1"/>
          </p:cNvPicPr>
          <p:nvPr/>
        </p:nvPicPr>
        <p:blipFill>
          <a:blip r:embed="rId6"/>
          <a:srcRect l="-276" r="-276" t="0" b="0"/>
          <a:stretch/>
        </p:blipFill>
        <p:spPr>
          <a:xfrm>
            <a:off x="6388100" y="3913783"/>
            <a:ext cx="217091" cy="3048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57591" y="3913783"/>
            <a:ext cx="453788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FC3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 loop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757591" y="4208363"/>
            <a:ext cx="453788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to 3 issues per round. Only flagged bars are rewritten. Best-scoring version wins.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 · THE COMPOSER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blueprint is the contract everyone plays 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561"/>
            <a:ext cx="1735138" cy="401241"/>
          </a:xfrm>
          <a:prstGeom prst="roundRect">
            <a:avLst>
              <a:gd name="adj" fmla="val 50000"/>
            </a:avLst>
          </a:prstGeom>
          <a:solidFill>
            <a:srgbClr val="15131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Sad Lo-Fi Sketch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49538" y="1884561"/>
            <a:ext cx="977106" cy="401241"/>
          </a:xfrm>
          <a:prstGeom prst="roundRect">
            <a:avLst>
              <a:gd name="adj" fmla="val 50000"/>
            </a:avLst>
          </a:prstGeom>
          <a:solidFill>
            <a:srgbClr val="EA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minor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28244" y="1884561"/>
            <a:ext cx="979190" cy="401241"/>
          </a:xfrm>
          <a:prstGeom prst="roundRect">
            <a:avLst>
              <a:gd name="adj" fmla="val 50000"/>
            </a:avLst>
          </a:prstGeom>
          <a:solidFill>
            <a:srgbClr val="EA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 BPM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9034" y="1884561"/>
            <a:ext cx="637084" cy="401241"/>
          </a:xfrm>
          <a:prstGeom prst="roundRect">
            <a:avLst>
              <a:gd name="adj" fmla="val 50000"/>
            </a:avLst>
          </a:prstGeom>
          <a:solidFill>
            <a:srgbClr val="EA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4/4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52502"/>
          <a:ext cx="10553700" cy="1543844"/>
        </p:xfrm>
        <a:graphic>
          <a:graphicData uri="http://schemas.openxmlformats.org/drawingml/2006/table">
            <a:tbl>
              <a:tblPr/>
              <a:tblGrid>
                <a:gridCol w="1477518"/>
                <a:gridCol w="949833"/>
                <a:gridCol w="4432554"/>
                <a:gridCol w="1160907"/>
                <a:gridCol w="253288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Chords, one per bar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 plays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Am7 · Em7 · Fmaj7 · Cmaj7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chords, melody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Am7 · Am7 · Dm7 · Em7 · Fmaj7 · Cmaj7 · G7 · Am7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drums, bass, chords, melody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Am7 · Em7 · Fmaj7 · Am7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bass, chords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 limits keep every run bounded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837160"/>
            <a:ext cx="2413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3053060"/>
            <a:ext cx="248539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12800" y="4119860"/>
            <a:ext cx="248539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validator retries per musician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30600" y="2837160"/>
            <a:ext cx="2413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0600" y="3053060"/>
            <a:ext cx="248539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530600" y="4119860"/>
            <a:ext cx="24853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issues per critic round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400" y="2837160"/>
            <a:ext cx="2413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400" y="3053060"/>
            <a:ext cx="248539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248400" y="4119860"/>
            <a:ext cx="24853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 rounds at most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6200" y="2837160"/>
            <a:ext cx="2413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6200" y="3053060"/>
            <a:ext cx="248539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8966200" y="4119860"/>
            <a:ext cx="24853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calls per run, total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CRITIC AT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heard a repetitive verse and sent it back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561"/>
            <a:ext cx="4876800" cy="2280741"/>
          </a:xfrm>
          <a:prstGeom prst="roundRect">
            <a:avLst>
              <a:gd name="adj" fmla="val 6682"/>
            </a:avLst>
          </a:prstGeom>
          <a:solidFill>
            <a:srgbClr val="EAE5D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89361"/>
            <a:ext cx="1438275" cy="314920"/>
          </a:xfrm>
          <a:prstGeom prst="roundRect">
            <a:avLst>
              <a:gd name="adj" fmla="val 50000"/>
            </a:avLst>
          </a:prstGeom>
          <a:solidFill>
            <a:srgbClr val="15131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1 · revise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7475" y="2222401"/>
            <a:ext cx="8977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4.75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631281"/>
            <a:ext cx="439521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“Verse melody is repetitive and stays very high (~15 semitones above chords), so the section lacks development.”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7600" y="3611662"/>
            <a:ext cx="43952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 to melody, bars 5–12 only</a:t>
            </a:r>
            <a:endParaRPr lang="en-US" sz="14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2800" y="2923282"/>
            <a:ext cx="406400" cy="20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02400" y="1884561"/>
            <a:ext cx="4876800" cy="2280741"/>
          </a:xfrm>
          <a:prstGeom prst="roundRect">
            <a:avLst>
              <a:gd name="adj" fmla="val 6682"/>
            </a:avLst>
          </a:prstGeom>
          <a:solidFill>
            <a:srgbClr val="15131F"/>
          </a:solidFill>
          <a:ln/>
        </p:spPr>
      </p:sp>
      <p:sp>
        <p:nvSpPr>
          <p:cNvPr id="11" name="Text 8"/>
          <p:cNvSpPr/>
          <p:nvPr/>
        </p:nvSpPr>
        <p:spPr>
          <a:xfrm>
            <a:off x="6807200" y="2189361"/>
            <a:ext cx="1484908" cy="314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2 · accept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93708" y="2222401"/>
            <a:ext cx="791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5.0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07200" y="2631281"/>
            <a:ext cx="43952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Variation 4 → 5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807200" y="3261122"/>
            <a:ext cx="439521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Groove, harmonic fit and balance stayed at 5. Every other bar of the song was left untouched.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command, no API key, a full song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36"/>
            <a:ext cx="10560050" cy="3340100"/>
          </a:xfrm>
          <a:prstGeom prst="roundRect">
            <a:avLst>
              <a:gd name="adj" fmla="val 3707"/>
            </a:avLst>
          </a:prstGeom>
          <a:solidFill>
            <a:srgbClr val="0D0C14"/>
          </a:solidFill>
          <a:ln w="6350">
            <a:solidFill>
              <a:srgbClr val="2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957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pipeline.py "sad lo-fi, 80 BPM" --provider offline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950" y="26910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=== 'sad lo-fi, 80 BPM' (offline, 16 bars) ===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3950" y="293866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composer: blueprint ok (attempt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950" y="31863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blueprint: Paper Loop - A minor, 80 BPM, intro 4, verse 4, chorus 4, outro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3950" y="343396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drums: ok (143 notes, attempt 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3950" y="36816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bass: ok (32 notes, attempt 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3950" y="392926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chords: ok (64 notes, attempt 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3950" y="41769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melody: ok (36 notes, attempt 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3950" y="442456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FC3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critic round 1: accept (score 4.95)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3950" y="4672211"/>
            <a:ext cx="1024242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FC3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wrote outputs/sad-lo-fi-80-bpm/song.mid (6 calls)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1383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613836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 bars of Sad Lo-Fi Sketch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17520" y="144770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7973120" y="1417241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melody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4320" y="144770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9C94D6"/>
          </a:solidFill>
          <a:ln/>
        </p:spPr>
      </p:sp>
      <p:sp>
        <p:nvSpPr>
          <p:cNvPr id="7" name="Text 5"/>
          <p:cNvSpPr/>
          <p:nvPr/>
        </p:nvSpPr>
        <p:spPr>
          <a:xfrm>
            <a:off x="9039920" y="1417241"/>
            <a:ext cx="517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09348" y="144770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6FC3C9"/>
          </a:solidFill>
          <a:ln/>
        </p:spPr>
      </p:sp>
      <p:sp>
        <p:nvSpPr>
          <p:cNvPr id="9" name="Text 7"/>
          <p:cNvSpPr/>
          <p:nvPr/>
        </p:nvSpPr>
        <p:spPr>
          <a:xfrm>
            <a:off x="10064948" y="1417241"/>
            <a:ext cx="368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85450" y="144770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F89A3"/>
          </a:solidFill>
          <a:ln/>
        </p:spPr>
      </p:sp>
      <p:sp>
        <p:nvSpPr>
          <p:cNvPr id="11" name="Text 9"/>
          <p:cNvSpPr/>
          <p:nvPr/>
        </p:nvSpPr>
        <p:spPr>
          <a:xfrm>
            <a:off x="10941050" y="1417241"/>
            <a:ext cx="4889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drums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1833761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 · 4 bars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4400" y="1833761"/>
            <a:ext cx="54416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Verse · 8 bars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7600" y="1833761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Outro · 4 bars</a:t>
            </a:r>
            <a:endParaRPr lang="en-US" sz="1200" dirty="0"/>
          </a:p>
        </p:txBody>
      </p:sp>
      <p:pic>
        <p:nvPicPr>
          <p:cNvPr id="15" name="Image 0" descr="Piano roll of Sad Lo-Fi Sketch: 16 bars of bass, chords, melody and drum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123281"/>
            <a:ext cx="10566400" cy="3302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prompts, five songs, zero code repairs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7261"/>
          <a:ext cx="10553700" cy="2476500"/>
        </p:xfrm>
        <a:graphic>
          <a:graphicData uri="http://schemas.openxmlformats.org/drawingml/2006/table">
            <a:tbl>
              <a:tblPr/>
              <a:tblGrid>
                <a:gridCol w="2532888"/>
                <a:gridCol w="1688592"/>
                <a:gridCol w="1055370"/>
                <a:gridCol w="1266444"/>
                <a:gridCol w="401040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Prompt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BPM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Calls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Critic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sad lo-fi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minor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revised melody, 4.75 → 5.0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dreamy ambient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major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revised bass, 4.5 → 4.5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bright pop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major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off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driving rock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 minor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off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energetic jazz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Bb major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3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off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277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 provider, 16 bars each. Every musician passed the validator on its first try.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--MODE AUTONOMOUS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 2: the band talks back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3386634" cy="2468761"/>
          </a:xfrm>
          <a:prstGeom prst="roundRect">
            <a:avLst>
              <a:gd name="adj" fmla="val 6173"/>
            </a:avLst>
          </a:prstGeom>
          <a:solidFill>
            <a:srgbClr val="EAE5D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40161"/>
            <a:ext cx="28603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55081"/>
            <a:ext cx="286034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answering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7600" y="3299222"/>
            <a:ext cx="286034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musician can call a check_my_part tool that runs the validator on a draft.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634" y="1935361"/>
            <a:ext cx="3386634" cy="2468761"/>
          </a:xfrm>
          <a:prstGeom prst="roundRect">
            <a:avLst>
              <a:gd name="adj" fmla="val 6173"/>
            </a:avLst>
          </a:prstGeom>
          <a:solidFill>
            <a:srgbClr val="EAE5DA"/>
          </a:solidFill>
          <a:ln/>
        </p:spPr>
      </p:sp>
      <p:sp>
        <p:nvSpPr>
          <p:cNvPr id="9" name="Text 7"/>
          <p:cNvSpPr/>
          <p:nvPr/>
        </p:nvSpPr>
        <p:spPr>
          <a:xfrm>
            <a:off x="4707434" y="2240161"/>
            <a:ext cx="28603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7434" y="2555081"/>
            <a:ext cx="286034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Composer picks the band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7434" y="3299222"/>
            <a:ext cx="286034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decides who plays and in what order, not a fixed drums-first line-up.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2467" y="1935361"/>
            <a:ext cx="3386634" cy="2468761"/>
          </a:xfrm>
          <a:prstGeom prst="roundRect">
            <a:avLst>
              <a:gd name="adj" fmla="val 6173"/>
            </a:avLst>
          </a:prstGeom>
          <a:solidFill>
            <a:srgbClr val="EAE5DA"/>
          </a:solidFill>
          <a:ln/>
        </p:spPr>
      </p:sp>
      <p:sp>
        <p:nvSpPr>
          <p:cNvPr id="13" name="Text 11"/>
          <p:cNvSpPr/>
          <p:nvPr/>
        </p:nvSpPr>
        <p:spPr>
          <a:xfrm>
            <a:off x="8297267" y="2240161"/>
            <a:ext cx="28603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4E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97267" y="2555081"/>
            <a:ext cx="286034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Musicians push back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97267" y="3299222"/>
            <a:ext cx="286034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6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“This tempo is too fast for the bass line.” The composer may revise the blueprint once.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ON FLOWER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a mood into Flower Chat, get a song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384800" cy="1672431"/>
          </a:xfrm>
          <a:prstGeom prst="roundRect">
            <a:avLst>
              <a:gd name="adj" fmla="val 7404"/>
            </a:avLst>
          </a:prstGeom>
          <a:solidFill>
            <a:srgbClr val="0D0C14"/>
          </a:solidFill>
          <a:ln w="6350">
            <a:solidFill>
              <a:srgbClr val="2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246511"/>
            <a:ext cx="49119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-r requirements-flower.txt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950" y="2510631"/>
            <a:ext cx="49119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FLWR_CHAT_SUPERLINK=local flwr chat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3950" y="2774752"/>
            <a:ext cx="49119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❯ /load 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950" y="3038872"/>
            <a:ext cx="49119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❯ upbeat funk, 110 BPM</a:t>
            </a:r>
            <a:endParaRPr lang="en-US" sz="1300" dirty="0"/>
          </a:p>
        </p:txBody>
      </p:sp>
      <p:pic>
        <p:nvPicPr>
          <p:cNvPr id="9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0350" y="1935361"/>
            <a:ext cx="279400" cy="27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2150" y="1935361"/>
            <a:ext cx="417897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AgentApp, whole band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2150" y="2217241"/>
            <a:ext cx="417897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Flower carries the prompt in and streams progress out.</a:t>
            </a:r>
            <a:endParaRPr lang="en-US" sz="1300" dirty="0"/>
          </a:p>
        </p:txBody>
      </p:sp>
      <p:pic>
        <p:nvPicPr>
          <p:cNvPr id="12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10350" y="2668687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2150" y="2668687"/>
            <a:ext cx="32476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key stays on the SuperLink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42150" y="2950567"/>
            <a:ext cx="324766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 only sees Flower's runtime proxy.</a:t>
            </a:r>
            <a:endParaRPr lang="en-US" sz="1300" dirty="0"/>
          </a:p>
        </p:txBody>
      </p:sp>
      <p:pic>
        <p:nvPicPr>
          <p:cNvPr id="15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10350" y="3402013"/>
            <a:ext cx="279400" cy="279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2150" y="3402013"/>
            <a:ext cx="390631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Tested end to end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042150" y="3683893"/>
            <a:ext cx="390631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SuperLink made an 8-bar funk song in 7 calls.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· multi-agent music generation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9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513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TO BE TESTED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907580"/>
            <a:ext cx="108833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0"/>
              </a:lnSpc>
              <a:buNone/>
            </a:pPr>
            <a:r>
              <a:rPr lang="en-US" sz="16000" b="1" spc="-400" kern="0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107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812800" y="409198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tests pass with no API key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5476280"/>
            <a:ext cx="91567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2A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offline musicians stand in for every agent, so the whole pipeline runs for free. A smoke test drives a real Flower SuperLink against a mock model server.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commands to your first song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15975" y="3137495"/>
            <a:ext cx="10560050" cy="1469330"/>
          </a:xfrm>
          <a:prstGeom prst="roundRect">
            <a:avLst>
              <a:gd name="adj" fmla="val 8427"/>
            </a:avLst>
          </a:prstGeom>
          <a:solidFill>
            <a:srgbClr val="0D0C14"/>
          </a:solidFill>
          <a:ln w="6350">
            <a:solidFill>
              <a:srgbClr val="2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3445470"/>
            <a:ext cx="1024242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-r requirements.txt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3950" y="3729930"/>
            <a:ext cx="1024242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pipeline.py "sad lo-fi, 80 BPM"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950" y="4014391"/>
            <a:ext cx="1024242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outputs/sad-lo-fi-80-bpm/song.mid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796359"/>
            <a:ext cx="7037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BE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github.com/Pranjal101Shrivastava/pendant_music · branch codex/complete-pendant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7714" y="5654080"/>
            <a:ext cx="146228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5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Pendant Demo</dc:title>
  <dc:subject>PptxGenJS Presentation</dc:subject>
  <dc:creator>PptxGenJS</dc:creator>
  <cp:lastModifiedBy>PptxGenJS</cp:lastModifiedBy>
  <cp:revision>1</cp:revision>
  <dcterms:created xsi:type="dcterms:W3CDTF">2026-09-30T00:26:16Z</dcterms:created>
  <dcterms:modified xsi:type="dcterms:W3CDTF">2026-09-30T00:26:16Z</dcterms:modified>
</cp:coreProperties>
</file>